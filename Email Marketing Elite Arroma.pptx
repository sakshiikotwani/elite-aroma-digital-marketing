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8" r:id="rId2"/>
    <p:sldId id="273" r:id="rId3"/>
    <p:sldId id="274" r:id="rId4"/>
    <p:sldId id="275" r:id="rId5"/>
    <p:sldId id="276" r:id="rId6"/>
    <p:sldId id="279" r:id="rId7"/>
    <p:sldId id="318" r:id="rId8"/>
    <p:sldId id="305" r:id="rId9"/>
    <p:sldId id="306" r:id="rId10"/>
    <p:sldId id="307" r:id="rId11"/>
    <p:sldId id="319" r:id="rId12"/>
    <p:sldId id="320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21100-22ED-496B-B4DB-08846E1D8EA4}" v="3" dt="2026-09-28T14:38:47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25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B12B7-AB0E-4612-BD94-C1F798831CD8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14F0D9-5ECA-4CAE-A0FD-D1354B70E2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51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1C57-651F-C12B-3FB1-09CE0845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C6CDA-46D3-5FC1-CC96-94AEDC2E8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0301E-01DF-7F7B-5CEE-32D277E2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7E6A3-275A-87F4-076F-53A5B7772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9057-1842-46BE-A23A-03C178CA0D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95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D14C-0D82-7E51-3402-F57187656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353B7-FF4C-342F-4176-457D49531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038B1-378C-A674-683B-C4F45A5A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054A6-1189-5E7A-AC02-F65FF265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5D705-9E56-8337-CF4D-B44144B60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533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998B-F3F1-B39B-44BB-B4175534F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07AC0-5301-3A12-6693-36632C5A3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60297-A2A3-4383-1AA0-319A7139E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4082F-7CBC-25DB-BCE0-405A98074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7D3F7-D055-596C-4B67-853980AE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728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6335D-95E7-2D71-D7C1-FC328DACA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7022B-F2A3-DAED-B25D-BF48925F7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0D578-C178-BCB4-91A6-0231FDCC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DD6F6-862A-6366-AD2A-F2587E2C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69F1D-D2F5-EF84-56C0-1ED26B9D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61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D9D7-717A-38B7-536D-B800E9C9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2D4D5-A3E2-A629-974D-942996E52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D2244-ACC3-4AE0-B921-9E83D8FA3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ABDE8-5D3C-953B-0B80-41BF084F5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DA0F2-2D61-9177-E35D-F6FA36D3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51116-6C5D-7A8C-62D4-BDAEF345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12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D3190-B86D-F947-8AC1-29C755E14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91701-2835-001A-6F77-D157D2433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727F9-8E70-A83D-511A-7FAE8C0BA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87FFC-0F31-64C4-9F65-B1F5DCB8E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29D88-9E23-7FF3-2744-E81D23EA09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94DC2-035B-AF7F-0D1C-42CD3A6A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E8F6D-5B41-0401-C4DE-90402597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178A9-FD32-6729-217F-55A90253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64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BEFE-53AE-3BEE-129C-7CA81F48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17C55-6063-35FE-68E6-DE9F78D0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F7307-07FF-43B2-1F60-91CACFA4D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534E0-EC43-DFF5-02AE-611F2AB24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07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532B1-2440-5C44-B912-2C4264D9D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EF79D-4C46-C1C2-5D78-AD90210F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ED07F-C27C-39A5-EA42-88F3750B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64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FD36-FBB2-F1FB-8285-0EEE4AF8C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BAEC7-FC3D-4830-3477-BDFAC3D38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92F2B-B904-1FC9-7BEE-F0FCFFCE3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889DB-5E41-EC64-043A-70CAB2BB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9AF1E-429E-095F-5B55-1765EB0C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9D2F3-18B1-EDBD-CFDD-C49519B65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12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60F0-F9CE-C208-5086-4F53257A9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FA021-3C72-0178-585E-FA2E437507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7EA6B-9EFE-26D5-08DF-FE46CF01D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E46B3-166E-15D1-46FC-DC0F5302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D2EAF-AA59-D659-9138-1B16C824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C0DC3-72D7-93D1-EEB0-1BD88255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06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39E26-D11D-0C52-36CE-4B95D4BD8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35604-88A1-54F3-E649-35525B905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E455A-95B3-BAC7-7CB6-BDC9BF60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C0049-DF48-04C5-B32F-10B9AABB2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6063C-2D27-905C-F4F7-89A65C5B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08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D41173-F004-32C6-C90D-118021B59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B3EA3-FDE3-8571-2B4E-1061B687B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8B777-4B97-684E-93FB-F0CFC83A0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3E0F-9D92-DB75-7E18-F55BACF90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8FAD5-95A8-77C4-ECB3-C467061B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45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D818F-853E-5DC9-FB7E-D5F55BC50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F4F9D-80D9-DDBF-8410-1109E3E58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12036-949A-D18A-97D7-0CD4731A9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30214-D38A-42C6-8F7C-8553C6C1E701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21D19-DA54-C63C-0F2A-722D487FFD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5742A-7389-896B-4914-9F802BF0A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17A14-36C6-4021-9A1E-99406C2F3B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47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843BF-5924-41D3-0EBA-CC640DD3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406B36-4EFE-9550-F4E4-F40EB8A72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6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5086483" y="822646"/>
            <a:ext cx="2184400" cy="3749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 of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Submitted to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Toward 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By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BCA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933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Semester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Sakshi Kotwani</a:t>
            </a:r>
            <a:endParaRPr lang="en-IN" sz="133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5086483" y="5003800"/>
            <a:ext cx="2184400" cy="1303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345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345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106/10, Civil Lines, Ajmer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563C1"/>
                </a:solidFill>
                <a:latin typeface="Calibri" panose="020F0502020204030204" pitchFamily="34" charset="0"/>
              </a:rPr>
              <a:t>www.dezyneecole.com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2026-2027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5454916" y="4572199"/>
            <a:ext cx="1447534" cy="36933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Assignment Report</a:t>
            </a:r>
            <a:endParaRPr lang="en-IN" sz="2133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Acknowledgement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477520" y="1394545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for providing us with the knowledge, </a:t>
            </a:r>
            <a:endParaRPr lang="en-IN" sz="1600" dirty="0"/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467360" y="199196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Our deepest thanks to our respected Principal, Dr. Vinita Mathur, for her visionary leadership and continuous encouragement. </a:t>
            </a:r>
          </a:p>
          <a:p>
            <a:r>
              <a:rPr lang="en-IN" sz="16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477520" y="266561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We are equally thankful to all our faculty members for their consistent support, expert advice, and valuable insights that </a:t>
            </a:r>
          </a:p>
          <a:p>
            <a:r>
              <a:rPr lang="en-IN" sz="16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487680" y="328489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477520" y="366822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We are proud to be part of </a:t>
            </a:r>
            <a:r>
              <a:rPr lang="en-IN" sz="1600" dirty="0" err="1"/>
              <a:t>Dezyne</a:t>
            </a:r>
            <a:r>
              <a:rPr lang="en-IN" sz="1600" dirty="0"/>
              <a:t> École College, an institution that truly nurtures professionalism, innovation, and purpose.</a:t>
            </a:r>
            <a:endParaRPr lang="en-IN" sz="2133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477520" y="427071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With sincere appreciation,</a:t>
            </a:r>
            <a:endParaRPr lang="en-IN" sz="26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477520" y="461917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Sakshi Kotwani</a:t>
            </a:r>
            <a:endParaRPr lang="en-IN" sz="2133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477520" y="499572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Department – BCA</a:t>
            </a:r>
            <a:endParaRPr lang="en-IN" sz="26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477520" y="537226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 err="1"/>
              <a:t>Dezyne</a:t>
            </a:r>
            <a:r>
              <a:rPr lang="en-IN" sz="1600" dirty="0"/>
              <a:t> École College, Ajmer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Case Study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467360" y="1744188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Build Subscriber Base, Increase Engagement, Promote Products, Improve Conversions &amp; Maximize ROI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467360" y="151474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Objective:</a:t>
            </a:r>
            <a:endParaRPr lang="en-IN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467360" y="2522287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Created audience list in Mailchimp. Segmented subscribers based on interests and demographics.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467360" y="2292844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Subscriber List Creation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467360" y="319920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Selected regular email campaign and defined campaign name, audience, and subject line with strong CTA.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467360" y="296976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2. Email Campaign Setup</a:t>
            </a:r>
            <a:endParaRPr lang="en-IN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467360" y="3895753"/>
            <a:ext cx="1070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Designed responsive email using drag-and-drop builder. Added logo, banner image, product details, and clear Call-to-Action buttons.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467360" y="366631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 Email Designing</a:t>
            </a:r>
            <a:endParaRPr lang="en-IN" sz="3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467360" y="4770599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Sent test emails to check layout, links, subject line, and mobile responsiveness.</a:t>
            </a:r>
            <a:endParaRPr lang="en-IN" sz="2133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467360" y="4541156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Test Email &amp; Optimization</a:t>
            </a:r>
            <a:endParaRPr lang="en-IN" sz="2133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02EA2-4D1F-616A-73AF-070EC5CB2A48}"/>
              </a:ext>
            </a:extLst>
          </p:cNvPr>
          <p:cNvSpPr txBox="1"/>
          <p:nvPr/>
        </p:nvSpPr>
        <p:spPr>
          <a:xfrm>
            <a:off x="467360" y="545802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Scheduled and sent final campaign. Monitored open rate, click-through rate (CTR), and conversions.</a:t>
            </a:r>
            <a:endParaRPr lang="en-IN" sz="2133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55893-B15B-24FA-AA2E-00004F446554}"/>
              </a:ext>
            </a:extLst>
          </p:cNvPr>
          <p:cNvSpPr txBox="1"/>
          <p:nvPr/>
        </p:nvSpPr>
        <p:spPr>
          <a:xfrm>
            <a:off x="467360" y="522858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5. Final Publication &amp; Performance Tracking</a:t>
            </a:r>
            <a:endParaRPr lang="en-IN" sz="2133" b="1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57D10B-BCE9-C661-A94F-8D9ECD231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726" y="0"/>
            <a:ext cx="123214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F2993-9DA5-44FD-4E79-87D3A3EA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6368F-73BC-D8F8-CEDA-B7102C701286}"/>
              </a:ext>
            </a:extLst>
          </p:cNvPr>
          <p:cNvSpPr txBox="1"/>
          <p:nvPr/>
        </p:nvSpPr>
        <p:spPr>
          <a:xfrm>
            <a:off x="0" y="14096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Mailchimp Account Setup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C5871-8428-A845-942A-7EA15AAFC5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B8A611-CF37-8549-698A-AEAD85E606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92" y="1079467"/>
            <a:ext cx="10689268" cy="545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2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E73E8-A4FB-7CB0-4558-69C66911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9230B1-A9BB-F83F-6816-0BCD1070A9AB}"/>
              </a:ext>
            </a:extLst>
          </p:cNvPr>
          <p:cNvSpPr txBox="1"/>
          <p:nvPr/>
        </p:nvSpPr>
        <p:spPr>
          <a:xfrm>
            <a:off x="0" y="14096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Email Campaign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2071E-5ECB-2062-4A41-42A59EF44D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67785D-3B4F-D41E-D3A1-8EF2BD39C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73" y="1181100"/>
            <a:ext cx="10402642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68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01086-3214-8052-08AC-281CC9CA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9DAD0C-BCED-7D89-08A3-01F1E2C35CBD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Email Design Method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9DBCB-BE84-3E7D-D0A4-5E01D2027C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BC86E4-48AC-BD9E-721E-405F88FEF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" t="15689" r="3129" b="4906"/>
          <a:stretch>
            <a:fillRect/>
          </a:stretch>
        </p:blipFill>
        <p:spPr>
          <a:xfrm>
            <a:off x="420199" y="1397000"/>
            <a:ext cx="11351603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08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D302-54FF-E176-4B4A-49D63231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D5D6C-42B7-1885-A7EF-A8854CE4C227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Email Template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73C08-E56B-D7C7-DB2E-CEEE1DED4C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BA206C-64C2-E5C5-57C2-8A4906F9E6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88" r="1046"/>
          <a:stretch>
            <a:fillRect/>
          </a:stretch>
        </p:blipFill>
        <p:spPr>
          <a:xfrm>
            <a:off x="1218777" y="1397000"/>
            <a:ext cx="9652423" cy="462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1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490C-EA2C-A34C-CB81-3EF4E800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7B41F-2EAA-91F4-A4CF-213E6DCFA5CC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Email Design &amp; Customization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C1394-E78E-C78A-5A8D-30D4D22E23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AE944F-C7E9-C1A9-57B1-59BE09CD5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673" y="1050128"/>
            <a:ext cx="10624486" cy="550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80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AAE5-F8A9-E15C-4A09-D439F1D1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939A86-1352-E9AC-A389-A8278D2E2F08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Email Design &amp; Customization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4FC96-7C3A-FE02-3C80-B62AFAE85B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2667DF-C9CA-CAB6-4AD4-F11DA2037E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36" t="17002" r="8662" b="301"/>
          <a:stretch>
            <a:fillRect/>
          </a:stretch>
        </p:blipFill>
        <p:spPr>
          <a:xfrm>
            <a:off x="120904" y="2127250"/>
            <a:ext cx="3834965" cy="3285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8407D0-D52E-3E08-13B6-ECCB34E06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23" t="17202" r="9179"/>
          <a:stretch>
            <a:fillRect/>
          </a:stretch>
        </p:blipFill>
        <p:spPr>
          <a:xfrm>
            <a:off x="4126797" y="2116003"/>
            <a:ext cx="3858722" cy="32486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5D1407-7451-1D1C-CD52-43FB5FFB94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14" t="16493" r="12663"/>
          <a:stretch>
            <a:fillRect/>
          </a:stretch>
        </p:blipFill>
        <p:spPr>
          <a:xfrm>
            <a:off x="8156447" y="2104998"/>
            <a:ext cx="3675889" cy="331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14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8945-6C74-E3B1-D7DB-45BBBC2C4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EE3E96-DE64-576D-3A09-BB34FB692648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Email Design &amp; Customization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D5D52-709F-FFA0-5B59-A4C7014DED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F7E3C9-EF91-3B81-3EB0-E040991B5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53" r="30113"/>
          <a:stretch>
            <a:fillRect/>
          </a:stretch>
        </p:blipFill>
        <p:spPr>
          <a:xfrm>
            <a:off x="584986" y="1340602"/>
            <a:ext cx="3310128" cy="5226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192904-797F-77E9-96A6-97BF5F47F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05" r="30712"/>
          <a:stretch>
            <a:fillRect/>
          </a:stretch>
        </p:blipFill>
        <p:spPr>
          <a:xfrm>
            <a:off x="4246516" y="1321552"/>
            <a:ext cx="3310128" cy="52644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F3C163-F68A-3634-A76B-C5DAD69E9A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90" r="29243"/>
          <a:stretch>
            <a:fillRect/>
          </a:stretch>
        </p:blipFill>
        <p:spPr>
          <a:xfrm>
            <a:off x="8037576" y="1226298"/>
            <a:ext cx="3310128" cy="53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20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AF84-FFB7-2D0F-E726-B5D7300EC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84C2F-0278-6FD4-6FFA-04B4AE991299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Contact Import Method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072F3-B535-CFA4-44DB-4EABCC8312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B4E7EF-0309-D467-FA4E-FB5AC6941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8" r="2609"/>
          <a:stretch>
            <a:fillRect/>
          </a:stretch>
        </p:blipFill>
        <p:spPr>
          <a:xfrm>
            <a:off x="641038" y="1244600"/>
            <a:ext cx="10909925" cy="525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07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01536-5544-562F-F3AF-29E9EAD9A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986764-5D46-2F43-ED22-1F590061DDEC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Copy &amp; Paste Your Contact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22B3A-10F2-9FF9-7785-7A1C3EAC56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44F29C-B750-4D5F-1E7E-9FC45E17C7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14" y="1103797"/>
            <a:ext cx="9874771" cy="508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39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09B51-3490-AA19-E059-1403A1CC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FCC56-798B-76D2-75EA-E9CD06A284CF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Contact Imported Successfully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452CA-6D01-3C0B-24A6-985BD80C07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AC6D44-BDBC-FBB1-B67A-B0CC3C90A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73" y="1107475"/>
            <a:ext cx="9913167" cy="51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0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66A0-8FF9-F90D-DEF7-F2F82DD61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E214E3-830A-F45D-5CA6-30D784B988E0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Import Completion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A790CC-F9FF-B8FB-8038-8523DF5B69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FD4FFA-3A5B-A7F6-0188-80DA759632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73" y="943085"/>
            <a:ext cx="10725844" cy="548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80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CAA95-0F84-98EC-4CF3-0C7B2E1D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FB594F-7231-CE53-7692-100792CAC62A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Import Confirmation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A6F65-AA91-47F8-D89B-D581174285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D7F85F-E51B-CF1C-0987-F84FC73768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83" y="943085"/>
            <a:ext cx="10224189" cy="530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78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4F4F-8CA9-E355-8688-83012DDE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7E10E5-1C5E-6B78-10D3-99D9685BA86B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Preview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068618-A9D2-F2C7-6E9D-5993199474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56ED6C-BB98-E236-2682-24ACBA102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44" y="1073810"/>
            <a:ext cx="10428512" cy="541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405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D750-1AA5-9A69-9124-DA1AF81E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56117B-5C38-5C6B-54BB-513664F96213}"/>
              </a:ext>
            </a:extLst>
          </p:cNvPr>
          <p:cNvSpPr txBox="1"/>
          <p:nvPr/>
        </p:nvSpPr>
        <p:spPr>
          <a:xfrm>
            <a:off x="0" y="14096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Campaign Successfully Launched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C9289-E8DD-2C2F-E6D5-7AF55709B0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409"/>
            <a:ext cx="763573" cy="76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30CE91-242D-C831-1399-94F9FB270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17" y="1099786"/>
            <a:ext cx="10034724" cy="516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02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E4945-EE62-A69B-15C4-0591E592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46285D-E77F-C04C-D318-A04C1ED9EC52}"/>
              </a:ext>
            </a:extLst>
          </p:cNvPr>
          <p:cNvSpPr txBox="1"/>
          <p:nvPr/>
        </p:nvSpPr>
        <p:spPr>
          <a:xfrm>
            <a:off x="0" y="23737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Test Email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2B7CD-02E3-CB4D-779A-CE1C7A9CB9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2" b="92219" l="8986" r="92464">
                        <a14:foregroundMark x1="40290" y1="9510" x2="40290" y2="9510"/>
                        <a14:foregroundMark x1="8986" y1="48127" x2="8986" y2="48127"/>
                        <a14:foregroundMark x1="88986" y1="48415" x2="88986" y2="48415"/>
                        <a14:foregroundMark x1="92464" y1="49856" x2="92464" y2="49856"/>
                        <a14:foregroundMark x1="49565" y1="92219" x2="49565" y2="9221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255823"/>
            <a:ext cx="763573" cy="76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C0CBA3-8073-2D42-0FCE-2F0D5E564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2" t="11627" r="23774"/>
          <a:stretch>
            <a:fillRect/>
          </a:stretch>
        </p:blipFill>
        <p:spPr>
          <a:xfrm>
            <a:off x="584986" y="1180554"/>
            <a:ext cx="6044185" cy="55782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5B3585-572A-B759-A182-61677F4DD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7" r="17093"/>
          <a:stretch>
            <a:fillRect/>
          </a:stretch>
        </p:blipFill>
        <p:spPr>
          <a:xfrm>
            <a:off x="6780082" y="1700785"/>
            <a:ext cx="5244278" cy="360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82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397</Words>
  <Application>Microsoft Office PowerPoint</Application>
  <PresentationFormat>Widescreen</PresentationFormat>
  <Paragraphs>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Calibri-Bold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sakshikotwani12@gmail.com</dc:creator>
  <cp:lastModifiedBy>sakshikotwani12@gmail.com</cp:lastModifiedBy>
  <cp:revision>2</cp:revision>
  <dcterms:created xsi:type="dcterms:W3CDTF">2026-09-21T14:12:30Z</dcterms:created>
  <dcterms:modified xsi:type="dcterms:W3CDTF">2026-09-28T14:45:02Z</dcterms:modified>
</cp:coreProperties>
</file>