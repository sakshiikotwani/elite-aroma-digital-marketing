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78" r:id="rId2"/>
    <p:sldId id="273" r:id="rId3"/>
    <p:sldId id="274" r:id="rId4"/>
    <p:sldId id="275" r:id="rId5"/>
    <p:sldId id="276" r:id="rId6"/>
    <p:sldId id="257" r:id="rId7"/>
    <p:sldId id="280" r:id="rId8"/>
    <p:sldId id="301" r:id="rId9"/>
    <p:sldId id="281" r:id="rId10"/>
    <p:sldId id="302" r:id="rId11"/>
    <p:sldId id="282" r:id="rId12"/>
    <p:sldId id="285" r:id="rId13"/>
    <p:sldId id="284" r:id="rId14"/>
    <p:sldId id="283" r:id="rId15"/>
    <p:sldId id="287" r:id="rId16"/>
    <p:sldId id="286" r:id="rId17"/>
    <p:sldId id="288" r:id="rId18"/>
    <p:sldId id="289" r:id="rId19"/>
    <p:sldId id="290" r:id="rId20"/>
    <p:sldId id="291" r:id="rId21"/>
    <p:sldId id="303" r:id="rId22"/>
    <p:sldId id="292" r:id="rId23"/>
    <p:sldId id="295" r:id="rId24"/>
    <p:sldId id="294" r:id="rId25"/>
    <p:sldId id="296" r:id="rId26"/>
    <p:sldId id="297" r:id="rId27"/>
    <p:sldId id="298" r:id="rId28"/>
    <p:sldId id="299" r:id="rId29"/>
    <p:sldId id="300" r:id="rId30"/>
    <p:sldId id="30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E4DE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0AF4A-0AF3-4AA2-B39D-C029EC5ECF00}" v="10" dt="2026-09-20T05:24:33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4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904E1-4B71-4A97-891F-29F6A6A80107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39A7B-FF42-4CD8-9F55-B09E58077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477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61C57-651F-C12B-3FB1-09CE0845E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C6CDA-46D3-5FC1-CC96-94AEDC2E8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0301E-01DF-7F7B-5CEE-32D277E22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7E6A3-275A-87F4-076F-53A5B7772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09057-1842-46BE-A23A-03C178CA0D9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956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93E5-7023-EC8F-A007-776EDEA73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E56345-EA44-F2D4-5716-746ECCA86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C59A0-B8FD-0053-1C4F-F5E0002D6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BAC9-5F68-429B-902F-B187B42605DE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AE6AE-A802-4BF4-D0B1-06594F644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75DD3-8491-6CF6-74BB-7F7E261B6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FC75F-5E31-4D77-B6F8-6E20E8B0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863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6FF2-107E-6044-14A4-2B883939C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9FC0B-17A9-B7BB-8E02-EA432F3F7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0517A-84B7-081D-5E0F-98411B79D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BAC9-5F68-429B-902F-B187B42605DE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DFD4B-11EA-1F8B-77DF-720CFF76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D492E-1DCB-159D-FE68-DD3CA35AF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FC75F-5E31-4D77-B6F8-6E20E8B0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327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09A67-1BCD-8CEE-422F-A9017459C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1CC24-2BDC-454D-0041-27551EFCE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35E4C-2CD7-1449-44E0-AB578784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BAC9-5F68-429B-902F-B187B42605DE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AFDC9-F800-86FF-CDF9-A54C5FBD7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D9108-8144-4988-5337-ACBF5D60C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FC75F-5E31-4D77-B6F8-6E20E8B0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257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9BC78-4F2D-94CB-9866-912CBC8E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1157A-0A47-BDAA-8A25-80A4D76A0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DFA72-4A94-4BD6-415D-DEA7F2D34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56957-1737-0B7F-3668-D30CCA009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BAC9-5F68-429B-902F-B187B42605DE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15F7C-45DD-DD08-812E-44E3369E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CDD57-3581-C452-CA17-CADFDCBD4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FC75F-5E31-4D77-B6F8-6E20E8B0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668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9EAD7-4367-B059-F7F1-7AD24D097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5DC4A-FF51-131E-AD1C-9A9B480EC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73313-4707-48F7-0D36-B1D6DF5A3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3DE884-22A6-DD72-2707-284C46CF38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03728B-7F96-B7B7-D88A-B12AD127AB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36E6B4-249E-5F10-B0F8-5B80F0739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BAC9-5F68-429B-902F-B187B42605DE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A0D277-C350-FC92-9806-AF185AD83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CCCCAA-1677-0039-E4C6-34B87F8F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FC75F-5E31-4D77-B6F8-6E20E8B0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65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D2530-37C2-524B-3CA0-C32F344B6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A1BBB1-5911-3569-1DE4-179BCBC2D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BAC9-5F68-429B-902F-B187B42605DE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04D0D-58AF-8E0A-74B7-6D7A34EA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72250-BC25-D68D-B074-82DD222BB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FC75F-5E31-4D77-B6F8-6E20E8B0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393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60894C-DF43-1D5A-FF24-532A31C89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BAC9-5F68-429B-902F-B187B42605DE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A94EB5-8DEE-2B76-2071-E07A63579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F0FFD-C14D-976F-534C-75E8C637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FC75F-5E31-4D77-B6F8-6E20E8B0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251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C9F2-1FE1-A5F8-EA13-C26557EC5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EBF6C-C99F-2828-72B2-4F7EBF311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ED3FBF-9298-46B2-91A4-C0E589D54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66142-A29A-D0E4-A127-E3758EF94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BAC9-5F68-429B-902F-B187B42605DE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039EB-4FDC-8FD3-1D05-99E75EAC2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3CD87-9450-80D9-A6A5-C7AF840C6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FC75F-5E31-4D77-B6F8-6E20E8B0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38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667FE-CB8C-1CAF-8654-797BD63AF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0ED8C4-E3DA-8750-B664-8559383985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901C4-4A52-DC90-40C8-13FB61921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8513B-A1C8-52EF-669D-B0E26846D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BAC9-5F68-429B-902F-B187B42605DE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7EC53-4E44-67C6-1BE7-BEF7A6CBD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4E37B-955B-96B9-4916-3E310C8F5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FC75F-5E31-4D77-B6F8-6E20E8B0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776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126D3-511E-314C-5DE7-7B0009E6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E0841-D625-96D0-2FF7-5E476D2EC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A0454-E9A4-D882-4F30-138C95AA2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BAC9-5F68-429B-902F-B187B42605DE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038E3-E513-9849-7A92-AA47F9E5B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402DF-3A74-D831-5BD8-756755413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FC75F-5E31-4D77-B6F8-6E20E8B0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760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3C7B9C-F123-95B5-35D4-B7AE7F7819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D9AB9-D085-3D8F-7CCA-52DDD772A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FD058-B029-D90F-618E-541011F8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BAC9-5F68-429B-902F-B187B42605DE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F6BB2-F01C-3F0B-64EE-0D6360825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6E0B3-C445-A3E8-890C-1FCAD013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FC75F-5E31-4D77-B6F8-6E20E8B0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254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61F89E-1561-B04E-6377-E4B505E57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F2156-D004-A667-D675-21893437F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5E521-2624-2734-EB4E-12845C515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A5BAC9-5F68-429B-902F-B187B42605DE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343E0-83A1-2D11-508A-FEE2615EA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F34F6-B725-AE25-8835-C3AB6BC2C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FC75F-5E31-4D77-B6F8-6E20E8B0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298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843BF-5924-41D3-0EBA-CC640DD3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C39C57-22CA-CC4B-79DF-DCB630B88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943" y="0"/>
            <a:ext cx="12161293" cy="70043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291196-BC7B-FFA7-1741-99F76C762E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9550" y="-488696"/>
            <a:ext cx="338245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669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EB13EC-26ED-EE27-44A5-B2DD2D1F9223}"/>
              </a:ext>
            </a:extLst>
          </p:cNvPr>
          <p:cNvSpPr txBox="1"/>
          <p:nvPr/>
        </p:nvSpPr>
        <p:spPr>
          <a:xfrm>
            <a:off x="5086483" y="822646"/>
            <a:ext cx="2184400" cy="3749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 of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Digital Marketing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Submitted to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Toward Digital Marketing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By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BCA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IN" sz="16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rd</a:t>
            </a:r>
            <a:r>
              <a:rPr lang="en-IN" sz="933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Semester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Sakshi Kotwani</a:t>
            </a:r>
            <a:endParaRPr lang="en-IN" sz="133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0A74A-4634-1C3A-DA39-EDAD7B948D52}"/>
              </a:ext>
            </a:extLst>
          </p:cNvPr>
          <p:cNvSpPr txBox="1"/>
          <p:nvPr/>
        </p:nvSpPr>
        <p:spPr>
          <a:xfrm>
            <a:off x="5086483" y="5003800"/>
            <a:ext cx="2184400" cy="1303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1345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345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00000"/>
                </a:solidFill>
                <a:latin typeface="Calibri" panose="020F0502020204030204" pitchFamily="34" charset="0"/>
              </a:rPr>
              <a:t>106/10, Civil Lines, Ajmer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563C1"/>
                </a:solidFill>
                <a:latin typeface="Calibri" panose="020F0502020204030204" pitchFamily="34" charset="0"/>
              </a:rPr>
              <a:t>www.dezyneecole.com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00000"/>
                </a:solidFill>
                <a:latin typeface="Calibri" panose="020F0502020204030204" pitchFamily="34" charset="0"/>
              </a:rPr>
              <a:t>2026-2027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A7E42-3A26-054A-D88A-95B766956A64}"/>
              </a:ext>
            </a:extLst>
          </p:cNvPr>
          <p:cNvSpPr txBox="1"/>
          <p:nvPr/>
        </p:nvSpPr>
        <p:spPr>
          <a:xfrm>
            <a:off x="5387473" y="4572199"/>
            <a:ext cx="1447534" cy="36933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2F0550-94A1-FBDC-039C-D0EB5C4FF530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75D537-37F4-A0CE-9312-76D462FB4E9F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Assignment Report</a:t>
            </a:r>
            <a:endParaRPr lang="en-IN" sz="2133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7FBA3-4DD0-AB9D-C22D-1122D16EBA2B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E334B-6BAC-F519-E8AA-AF7C1B257022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85B20-FC65-089D-DB93-1FE99D2E146C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</p:spTree>
    <p:extLst>
      <p:ext uri="{BB962C8B-B14F-4D97-AF65-F5344CB8AC3E}">
        <p14:creationId xmlns:p14="http://schemas.microsoft.com/office/powerpoint/2010/main" val="300992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041502-3019-C200-A4C0-4F0FB47E909D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A562EC-37A1-BEEA-9EBB-856FDF8F5D87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Acknowledgement</a:t>
            </a:r>
            <a:endParaRPr lang="en-IN" sz="266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06327-027E-46D5-A545-4125E248BF58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54051-ED13-9F40-954C-C3EE845613BF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223780-E417-81F9-02FD-B8194EF44570}"/>
              </a:ext>
            </a:extLst>
          </p:cNvPr>
          <p:cNvSpPr txBox="1"/>
          <p:nvPr/>
        </p:nvSpPr>
        <p:spPr>
          <a:xfrm>
            <a:off x="477520" y="1394545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We take this opportunity to express our sincere gratitude to </a:t>
            </a: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for providing us with the knowledge, </a:t>
            </a:r>
            <a:endParaRPr lang="en-IN" sz="1600" dirty="0"/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resources, and guidance essential to the successful completion of this project.</a:t>
            </a:r>
            <a:endParaRPr lang="en-IN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0E4E0-31C1-6C41-4773-E4B05CC6CDF9}"/>
              </a:ext>
            </a:extLst>
          </p:cNvPr>
          <p:cNvSpPr txBox="1"/>
          <p:nvPr/>
        </p:nvSpPr>
        <p:spPr>
          <a:xfrm>
            <a:off x="467360" y="1991966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Our deepest thanks to our respected Principal, Dr. Vinita Mathur, for her visionary leadership and continuous encouragement. </a:t>
            </a:r>
          </a:p>
          <a:p>
            <a:r>
              <a:rPr lang="en-IN" sz="1600" dirty="0"/>
              <a:t>Her commitment to academic excellence and student growth has been a constant source of motivation and pride.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ED4851-BED6-C97D-CBD4-737FD7001A31}"/>
              </a:ext>
            </a:extLst>
          </p:cNvPr>
          <p:cNvSpPr txBox="1"/>
          <p:nvPr/>
        </p:nvSpPr>
        <p:spPr>
          <a:xfrm>
            <a:off x="477520" y="2665616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We are equally thankful to all our faculty members for their consistent support, expert advice, and valuable insights that </a:t>
            </a:r>
          </a:p>
          <a:p>
            <a:r>
              <a:rPr lang="en-IN" sz="1600" dirty="0"/>
              <a:t>shaped our learning and helped us achieve this milestone.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ECDEBB-F665-D517-8997-481540058DC4}"/>
              </a:ext>
            </a:extLst>
          </p:cNvPr>
          <p:cNvSpPr txBox="1"/>
          <p:nvPr/>
        </p:nvSpPr>
        <p:spPr>
          <a:xfrm>
            <a:off x="487680" y="328489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Lastly, we extend heartfelt thanks to everyone who directly or indirectly contributed to the success of this project.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78CFED-75F4-18E7-95EF-3CF996CBD9D2}"/>
              </a:ext>
            </a:extLst>
          </p:cNvPr>
          <p:cNvSpPr txBox="1"/>
          <p:nvPr/>
        </p:nvSpPr>
        <p:spPr>
          <a:xfrm>
            <a:off x="477520" y="3668221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We are proud to be part of </a:t>
            </a:r>
            <a:r>
              <a:rPr lang="en-IN" sz="1600" dirty="0" err="1"/>
              <a:t>Dezyne</a:t>
            </a:r>
            <a:r>
              <a:rPr lang="en-IN" sz="1600" dirty="0"/>
              <a:t> École College, an institution that truly nurtures professionalism, innovation, and purpose.</a:t>
            </a:r>
            <a:endParaRPr lang="en-IN" sz="2133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56C6B5-E789-1834-4170-3D45DCE773BB}"/>
              </a:ext>
            </a:extLst>
          </p:cNvPr>
          <p:cNvSpPr txBox="1"/>
          <p:nvPr/>
        </p:nvSpPr>
        <p:spPr>
          <a:xfrm>
            <a:off x="477520" y="4270715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With sincere appreciation,</a:t>
            </a:r>
            <a:endParaRPr lang="en-IN" sz="2667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6EE082-41EE-6CB0-6E1F-64B21049B0A8}"/>
              </a:ext>
            </a:extLst>
          </p:cNvPr>
          <p:cNvSpPr txBox="1"/>
          <p:nvPr/>
        </p:nvSpPr>
        <p:spPr>
          <a:xfrm>
            <a:off x="477520" y="4619173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Sakshi Kotwani</a:t>
            </a:r>
            <a:endParaRPr lang="en-IN" sz="2133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423A19-6491-5ABB-9DAE-17A5BB10C218}"/>
              </a:ext>
            </a:extLst>
          </p:cNvPr>
          <p:cNvSpPr txBox="1"/>
          <p:nvPr/>
        </p:nvSpPr>
        <p:spPr>
          <a:xfrm>
            <a:off x="477520" y="499572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Department – BCA</a:t>
            </a:r>
            <a:endParaRPr lang="en-IN" sz="2667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691ABC-7CC0-916D-730B-91ED476AD6A1}"/>
              </a:ext>
            </a:extLst>
          </p:cNvPr>
          <p:cNvSpPr txBox="1"/>
          <p:nvPr/>
        </p:nvSpPr>
        <p:spPr>
          <a:xfrm>
            <a:off x="477520" y="5372267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 err="1"/>
              <a:t>Dezyne</a:t>
            </a:r>
            <a:r>
              <a:rPr lang="en-IN" sz="1600" dirty="0"/>
              <a:t> École College, Ajmer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1F7A64-30EF-C81A-16CB-5F4D10EF8415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</p:spTree>
    <p:extLst>
      <p:ext uri="{BB962C8B-B14F-4D97-AF65-F5344CB8AC3E}">
        <p14:creationId xmlns:p14="http://schemas.microsoft.com/office/powerpoint/2010/main" val="357026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7A6E-8DC1-CD5A-7968-9091C8B0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39D44-C457-38D0-3FF5-0FF53A53F628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64653-8634-DA1B-7424-4BB67163D02B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Case Study</a:t>
            </a:r>
            <a:endParaRPr lang="en-IN" sz="266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CA31D-5774-2CB5-14BA-E7529525A37D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629F7-F2C1-12B5-B41C-296C529AC711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25CFD0-4C58-C515-9998-6DA64A0276EF}"/>
              </a:ext>
            </a:extLst>
          </p:cNvPr>
          <p:cNvSpPr txBox="1"/>
          <p:nvPr/>
        </p:nvSpPr>
        <p:spPr>
          <a:xfrm>
            <a:off x="467360" y="1744188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Increase Website Traffic, Generate Quality Leads, Improve Brand Visibility, Boost Course </a:t>
            </a:r>
            <a:r>
              <a:rPr lang="en-IN" sz="1600" dirty="0" err="1"/>
              <a:t>Enrollments</a:t>
            </a:r>
            <a:r>
              <a:rPr lang="en-IN" sz="1600" dirty="0"/>
              <a:t> &amp; Maximise ROI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5B2CB-73E4-E142-C520-8AF5AC967F9D}"/>
              </a:ext>
            </a:extLst>
          </p:cNvPr>
          <p:cNvSpPr txBox="1"/>
          <p:nvPr/>
        </p:nvSpPr>
        <p:spPr>
          <a:xfrm>
            <a:off x="467360" y="1514745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Objective:</a:t>
            </a:r>
            <a:endParaRPr lang="en-IN" sz="2667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D3780-3A41-5DB5-71FA-1976A94D3326}"/>
              </a:ext>
            </a:extLst>
          </p:cNvPr>
          <p:cNvSpPr txBox="1"/>
          <p:nvPr/>
        </p:nvSpPr>
        <p:spPr>
          <a:xfrm>
            <a:off x="467360" y="2522287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Targeted high-intent keywords related to computer courses.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72AC1B-66AE-13E7-E392-0D89894DEA37}"/>
              </a:ext>
            </a:extLst>
          </p:cNvPr>
          <p:cNvSpPr txBox="1"/>
          <p:nvPr/>
        </p:nvSpPr>
        <p:spPr>
          <a:xfrm>
            <a:off x="467360" y="2292844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1. Search Campaign Strategy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D65B4-7A3D-B7F1-F8C6-DB0547938F04}"/>
              </a:ext>
            </a:extLst>
          </p:cNvPr>
          <p:cNvSpPr txBox="1"/>
          <p:nvPr/>
        </p:nvSpPr>
        <p:spPr>
          <a:xfrm>
            <a:off x="467360" y="3199203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Separate ad groups for each course to improve relevant and Quality Score.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DD6EB-B0E8-3D09-EE8B-E074E536D463}"/>
              </a:ext>
            </a:extLst>
          </p:cNvPr>
          <p:cNvSpPr txBox="1"/>
          <p:nvPr/>
        </p:nvSpPr>
        <p:spPr>
          <a:xfrm>
            <a:off x="467360" y="296976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2. Structure Ad Groups</a:t>
            </a:r>
            <a:endParaRPr lang="en-IN" sz="4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AA71EC-7B65-0CAC-7909-DB66E03FAF82}"/>
              </a:ext>
            </a:extLst>
          </p:cNvPr>
          <p:cNvSpPr txBox="1"/>
          <p:nvPr/>
        </p:nvSpPr>
        <p:spPr>
          <a:xfrm>
            <a:off x="467360" y="3895753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Mobile-friendly design with strong call-to-action buttons.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479394-3868-4DEC-3CD3-823EDAA28A4C}"/>
              </a:ext>
            </a:extLst>
          </p:cNvPr>
          <p:cNvSpPr txBox="1"/>
          <p:nvPr/>
        </p:nvSpPr>
        <p:spPr>
          <a:xfrm>
            <a:off x="467360" y="3666311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3. Optimized Wix Landing Page</a:t>
            </a:r>
            <a:endParaRPr lang="en-IN" sz="32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482AE3-32D2-F4FC-48A3-16D11746E54C}"/>
              </a:ext>
            </a:extLst>
          </p:cNvPr>
          <p:cNvSpPr txBox="1"/>
          <p:nvPr/>
        </p:nvSpPr>
        <p:spPr>
          <a:xfrm>
            <a:off x="467360" y="4592304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Measure form submission and call clicks for performance analysis.</a:t>
            </a:r>
            <a:endParaRPr lang="en-IN" sz="2133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574476-DD27-42BB-4E7D-5DD4260B475A}"/>
              </a:ext>
            </a:extLst>
          </p:cNvPr>
          <p:cNvSpPr txBox="1"/>
          <p:nvPr/>
        </p:nvSpPr>
        <p:spPr>
          <a:xfrm>
            <a:off x="467360" y="4362861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4. Conversion Tracking Setup</a:t>
            </a:r>
            <a:endParaRPr lang="en-IN" sz="2133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62F9E4-910D-8CB0-3B85-640610215E22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02EA2-4D1F-616A-73AF-070EC5CB2A48}"/>
              </a:ext>
            </a:extLst>
          </p:cNvPr>
          <p:cNvSpPr txBox="1"/>
          <p:nvPr/>
        </p:nvSpPr>
        <p:spPr>
          <a:xfrm>
            <a:off x="467360" y="5279729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Used “Maximize Conversions” to optimize ad spend automatically.</a:t>
            </a:r>
            <a:endParaRPr lang="en-IN" sz="2133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55893-B15B-24FA-AA2E-00004F446554}"/>
              </a:ext>
            </a:extLst>
          </p:cNvPr>
          <p:cNvSpPr txBox="1"/>
          <p:nvPr/>
        </p:nvSpPr>
        <p:spPr>
          <a:xfrm>
            <a:off x="467360" y="5050286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5. Smart Bidding Strategy</a:t>
            </a:r>
            <a:endParaRPr lang="en-IN" sz="2133" b="1" dirty="0"/>
          </a:p>
        </p:txBody>
      </p:sp>
    </p:spTree>
    <p:extLst>
      <p:ext uri="{BB962C8B-B14F-4D97-AF65-F5344CB8AC3E}">
        <p14:creationId xmlns:p14="http://schemas.microsoft.com/office/powerpoint/2010/main" val="4098772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B6332-50D4-9274-D81F-374A6BD9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5DC446-B0B8-E9BA-8600-FCB416E95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" y="0"/>
            <a:ext cx="12181840" cy="684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70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14B8BC-7077-BFB2-13F7-B6231E76A774}"/>
              </a:ext>
            </a:extLst>
          </p:cNvPr>
          <p:cNvSpPr txBox="1"/>
          <p:nvPr/>
        </p:nvSpPr>
        <p:spPr>
          <a:xfrm>
            <a:off x="3113532" y="206740"/>
            <a:ext cx="6359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GOOGLE ADS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4605C6-A46A-CF11-AC42-6AE812163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626"/>
            <a:ext cx="12192000" cy="628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798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D3C1A-6DA1-089B-503A-60635D636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8554B3-A5C7-D618-3940-7B41D9023051}"/>
              </a:ext>
            </a:extLst>
          </p:cNvPr>
          <p:cNvSpPr txBox="1"/>
          <p:nvPr/>
        </p:nvSpPr>
        <p:spPr>
          <a:xfrm>
            <a:off x="0" y="14096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/>
              <a:t>Google Ads Account Setup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DD2741-24BE-14B0-D3E9-7F0F1423B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7000"/>
            <a:ext cx="965200" cy="8365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4B85C4-3095-89CC-4ACE-EAE6F621E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608" y="919062"/>
            <a:ext cx="4714241" cy="57979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214825-A6D6-AF4F-FD4B-DEEFFA4C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790" y="919062"/>
            <a:ext cx="4538601" cy="579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42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5D832-DEBA-CED2-BC6C-E0273AD1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E89046-F3B2-9DB7-F29C-FF8A6ECB4A5C}"/>
              </a:ext>
            </a:extLst>
          </p:cNvPr>
          <p:cNvSpPr txBox="1"/>
          <p:nvPr/>
        </p:nvSpPr>
        <p:spPr>
          <a:xfrm>
            <a:off x="0" y="39496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/>
              <a:t>Google Ads Account Setup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72A598-96CD-C085-10BD-BA28618BC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81000"/>
            <a:ext cx="965200" cy="8365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1538A9-361F-A231-FEB7-6F70CA01C4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16" t="11478" r="52604" b="26854"/>
          <a:stretch>
            <a:fillRect/>
          </a:stretch>
        </p:blipFill>
        <p:spPr>
          <a:xfrm>
            <a:off x="355601" y="1549400"/>
            <a:ext cx="5540695" cy="48558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EC438F-6333-6BD3-95BE-C9A9982171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5" t="38001" r="54906" b="59867"/>
          <a:stretch>
            <a:fillRect/>
          </a:stretch>
        </p:blipFill>
        <p:spPr>
          <a:xfrm>
            <a:off x="7061200" y="2717800"/>
            <a:ext cx="660400" cy="152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322224-ACCF-B703-D466-0DEF8F8BA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79" t="62881" r="38465" b="34276"/>
          <a:stretch>
            <a:fillRect/>
          </a:stretch>
        </p:blipFill>
        <p:spPr>
          <a:xfrm>
            <a:off x="7213600" y="4536132"/>
            <a:ext cx="2641600" cy="20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01AA91-20BB-B83B-58B1-13977428E3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6" r="20807"/>
          <a:stretch>
            <a:fillRect/>
          </a:stretch>
        </p:blipFill>
        <p:spPr>
          <a:xfrm>
            <a:off x="6295706" y="1549400"/>
            <a:ext cx="5257800" cy="487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969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1D82D-3A1B-AA29-6713-D6679A25B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5BC26D-E040-5424-8C13-A029DD2001E8}"/>
              </a:ext>
            </a:extLst>
          </p:cNvPr>
          <p:cNvSpPr txBox="1"/>
          <p:nvPr/>
        </p:nvSpPr>
        <p:spPr>
          <a:xfrm>
            <a:off x="0" y="0"/>
            <a:ext cx="12192000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867" b="1" dirty="0"/>
              <a:t>Google Ads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FA4D50-AD6F-9A0C-95EF-5CEE65AB9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03293"/>
            <a:ext cx="965200" cy="8365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8079AB-AA2D-B486-9E5C-C5902E6AEC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5209"/>
            <a:ext cx="12192000" cy="583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145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30581-EF2F-8F1E-1510-E8AC341C4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E69C86-F52F-E6DF-84B4-96DD0330B868}"/>
              </a:ext>
            </a:extLst>
          </p:cNvPr>
          <p:cNvSpPr txBox="1"/>
          <p:nvPr/>
        </p:nvSpPr>
        <p:spPr>
          <a:xfrm>
            <a:off x="0" y="39496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/>
              <a:t>Campaign Setup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43DAA4-663F-5C1C-2F36-DDDAAD046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31800"/>
            <a:ext cx="965200" cy="8365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A489CE-7690-487F-6AF3-DE0C4FD80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7" y="1225961"/>
            <a:ext cx="12177294" cy="563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96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41B79-6909-29C3-4788-6C7A4E977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E1638D-D6D5-F599-2ECE-A21DFDE1595E}"/>
              </a:ext>
            </a:extLst>
          </p:cNvPr>
          <p:cNvSpPr txBox="1"/>
          <p:nvPr/>
        </p:nvSpPr>
        <p:spPr>
          <a:xfrm>
            <a:off x="0" y="44576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/>
              <a:t>Campaign Objective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D491E6-4EF5-CDDD-74D7-97F39FFCF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82600"/>
            <a:ext cx="965200" cy="8365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FA160F-95AC-12DD-D127-DB856640A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15846" r="8749"/>
          <a:stretch>
            <a:fillRect/>
          </a:stretch>
        </p:blipFill>
        <p:spPr>
          <a:xfrm>
            <a:off x="1143000" y="1600200"/>
            <a:ext cx="9906000" cy="473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92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D1647-5255-F6CE-B77D-8646DDCA6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EB42A0-DEF0-D416-A88B-3D5DD2BB387E}"/>
              </a:ext>
            </a:extLst>
          </p:cNvPr>
          <p:cNvSpPr txBox="1"/>
          <p:nvPr/>
        </p:nvSpPr>
        <p:spPr>
          <a:xfrm>
            <a:off x="0" y="39496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/>
              <a:t>Campaign Types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09960A-2371-2983-3044-73FD8F4B4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58893"/>
            <a:ext cx="965200" cy="8365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788CFE-DD75-F95F-F505-2C44F0A4BC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48" t="9804" r="10925"/>
          <a:stretch>
            <a:fillRect/>
          </a:stretch>
        </p:blipFill>
        <p:spPr>
          <a:xfrm>
            <a:off x="1041400" y="1447800"/>
            <a:ext cx="10109200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502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5C07A-DCD3-8675-DB78-93B9FB9B9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5589C5-1564-501B-59E5-DC4E06DBA7BA}"/>
              </a:ext>
            </a:extLst>
          </p:cNvPr>
          <p:cNvSpPr txBox="1"/>
          <p:nvPr/>
        </p:nvSpPr>
        <p:spPr>
          <a:xfrm>
            <a:off x="0" y="29336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/>
              <a:t>Bidding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743965-5369-3DCE-DD3E-F55E450EA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30200"/>
            <a:ext cx="965200" cy="8365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32F1B5-C447-2C44-2D6B-8DB69F2B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08" t="7213" r="23061" b="29713"/>
          <a:stretch>
            <a:fillRect/>
          </a:stretch>
        </p:blipFill>
        <p:spPr>
          <a:xfrm>
            <a:off x="2057400" y="1244600"/>
            <a:ext cx="7747000" cy="499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577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25195-B84E-4111-FAF2-0AEABACEB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183F40-E00A-AC31-70B6-03EDDEF6D432}"/>
              </a:ext>
            </a:extLst>
          </p:cNvPr>
          <p:cNvSpPr txBox="1"/>
          <p:nvPr/>
        </p:nvSpPr>
        <p:spPr>
          <a:xfrm>
            <a:off x="0" y="14096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Campaign Setting: Location and Language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13421D-74C9-1086-822B-CD7C63146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344" y="73898"/>
            <a:ext cx="965200" cy="8365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1285B8-10A9-5D75-B2CC-C0838E1DA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20" t="5435" r="26528"/>
          <a:stretch>
            <a:fillRect/>
          </a:stretch>
        </p:blipFill>
        <p:spPr>
          <a:xfrm>
            <a:off x="3454400" y="900437"/>
            <a:ext cx="5334000" cy="572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561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DB643-5EE2-791D-6C6E-70A3B0E41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5B58A6-1780-D56A-61E4-7A5DCFA89893}"/>
              </a:ext>
            </a:extLst>
          </p:cNvPr>
          <p:cNvSpPr txBox="1"/>
          <p:nvPr/>
        </p:nvSpPr>
        <p:spPr>
          <a:xfrm>
            <a:off x="0" y="19176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Campaign Setting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9A7919-2A6B-A95D-F9E0-80D1F78F1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28600"/>
            <a:ext cx="965200" cy="8365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D3A4FC-C482-CDF0-E001-C9CC3F06A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4" t="10114" r="21864" b="3622"/>
          <a:stretch>
            <a:fillRect/>
          </a:stretch>
        </p:blipFill>
        <p:spPr>
          <a:xfrm>
            <a:off x="2819400" y="1041400"/>
            <a:ext cx="6604000" cy="543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24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BB583-3D59-454E-15E0-A6221A54D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7D1EAA-765A-6733-834C-31CDB5E1B926}"/>
              </a:ext>
            </a:extLst>
          </p:cNvPr>
          <p:cNvSpPr txBox="1"/>
          <p:nvPr/>
        </p:nvSpPr>
        <p:spPr>
          <a:xfrm>
            <a:off x="0" y="19176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Campaign Setting: Asset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BA654F-4FC3-3F0E-79D4-49FA96189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28600"/>
            <a:ext cx="965200" cy="8365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DE9036-528F-E3C7-6906-5A3BBF217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3" t="-549" r="-49" b="549"/>
          <a:stretch>
            <a:fillRect/>
          </a:stretch>
        </p:blipFill>
        <p:spPr>
          <a:xfrm>
            <a:off x="1578805" y="877825"/>
            <a:ext cx="9208023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52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84B69-2894-9902-A29E-51764F2D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FEFA40-5126-EC6D-40D9-F7B4700F3869}"/>
              </a:ext>
            </a:extLst>
          </p:cNvPr>
          <p:cNvSpPr txBox="1"/>
          <p:nvPr/>
        </p:nvSpPr>
        <p:spPr>
          <a:xfrm>
            <a:off x="0" y="24256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Campaign Setting: Asset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4AED11-6E80-9FEB-371B-B99E69D78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06493"/>
            <a:ext cx="965200" cy="8365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48088B-1A0C-13AE-8EDF-C03DCF18F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96" t="7181"/>
          <a:stretch>
            <a:fillRect/>
          </a:stretch>
        </p:blipFill>
        <p:spPr>
          <a:xfrm>
            <a:off x="1554479" y="1012005"/>
            <a:ext cx="8732521" cy="567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79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14ACF-7116-F8B7-9786-BA860291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C9BBCA-B913-BD23-3335-87B5DE0E0CAA}"/>
              </a:ext>
            </a:extLst>
          </p:cNvPr>
          <p:cNvSpPr txBox="1"/>
          <p:nvPr/>
        </p:nvSpPr>
        <p:spPr>
          <a:xfrm>
            <a:off x="0" y="14096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Campaign Setting: Asset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BDEAD7-9A4B-0401-A1F9-A4E05E668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04893"/>
            <a:ext cx="965200" cy="8365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5DD213-82A9-9840-A360-3765CEC83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3" r="21822"/>
          <a:stretch>
            <a:fillRect/>
          </a:stretch>
        </p:blipFill>
        <p:spPr>
          <a:xfrm>
            <a:off x="2779776" y="910405"/>
            <a:ext cx="6381112" cy="580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23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6B1FB-5884-A62D-8E33-3BC06C810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E69A58-6DFE-B732-8C50-A495974CC599}"/>
              </a:ext>
            </a:extLst>
          </p:cNvPr>
          <p:cNvSpPr txBox="1"/>
          <p:nvPr/>
        </p:nvSpPr>
        <p:spPr>
          <a:xfrm>
            <a:off x="0" y="14096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Campaign Setting: Asset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86ABE2-C7C6-D544-80DC-2D7564B58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7800"/>
            <a:ext cx="965200" cy="8365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7760CC-3B89-5602-22FC-1FCF852D39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9" t="6787" r="21571" b="3015"/>
          <a:stretch>
            <a:fillRect/>
          </a:stretch>
        </p:blipFill>
        <p:spPr>
          <a:xfrm>
            <a:off x="2401824" y="910405"/>
            <a:ext cx="7388352" cy="574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596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2B498-C3E5-66F0-B4A4-77DBA06FB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0C4552-47DD-8FBE-F700-9722A0D3AF5C}"/>
              </a:ext>
            </a:extLst>
          </p:cNvPr>
          <p:cNvSpPr txBox="1"/>
          <p:nvPr/>
        </p:nvSpPr>
        <p:spPr>
          <a:xfrm>
            <a:off x="0" y="0"/>
            <a:ext cx="1224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Campaign Setting: Asset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01FB03-1AE2-B184-72F4-0D162DE53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5400"/>
            <a:ext cx="965200" cy="8365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07FF0E-98B6-F69A-C89B-566C31837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92" t="7994" r="21251"/>
          <a:stretch>
            <a:fillRect/>
          </a:stretch>
        </p:blipFill>
        <p:spPr>
          <a:xfrm>
            <a:off x="2203703" y="769441"/>
            <a:ext cx="7461505" cy="582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10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279BE-C80D-6CD4-A3B8-D4D0BF1A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0DCCAA-23A6-EA6F-6306-37657A36F59F}"/>
              </a:ext>
            </a:extLst>
          </p:cNvPr>
          <p:cNvSpPr txBox="1"/>
          <p:nvPr/>
        </p:nvSpPr>
        <p:spPr>
          <a:xfrm>
            <a:off x="0" y="472857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Campaign Setting: Signals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7320B6-6EF5-1573-0FB6-1C1AA3639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58893"/>
            <a:ext cx="965200" cy="8365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C6B382-65B6-8569-5BA6-785559695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5000"/>
            <a:ext cx="11277600" cy="437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84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775DC-7F4C-3C08-4245-7EAC186C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7FC143-DAAF-7ADD-D0B1-7DD2B958C6E0}"/>
              </a:ext>
            </a:extLst>
          </p:cNvPr>
          <p:cNvSpPr txBox="1"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Campaign Setting: Signals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7ACFEC-A818-32F8-E1E7-41C1D2E97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930"/>
            <a:ext cx="965200" cy="8365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2ECA50-D601-1A53-2249-DEDF91799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4" t="6410" r="24237" b="5248"/>
          <a:stretch>
            <a:fillRect/>
          </a:stretch>
        </p:blipFill>
        <p:spPr>
          <a:xfrm>
            <a:off x="2706623" y="964445"/>
            <a:ext cx="6620257" cy="555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806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98DBE-2672-1A7B-B346-3352EE46B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CD732F-24CF-79DF-170A-A9DB41F0620A}"/>
              </a:ext>
            </a:extLst>
          </p:cNvPr>
          <p:cNvSpPr txBox="1"/>
          <p:nvPr/>
        </p:nvSpPr>
        <p:spPr>
          <a:xfrm>
            <a:off x="0" y="70200"/>
            <a:ext cx="1224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Ads Preview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E9BBB6-AA5B-1327-81E7-36A33F249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930"/>
            <a:ext cx="965200" cy="8365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C2BB1B-A826-AD2A-C730-3D2DED3B17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88" y="996083"/>
            <a:ext cx="3126676" cy="54621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9B24FA-DAA9-6840-C2A9-0FEE9FF91A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41"/>
          <a:stretch>
            <a:fillRect/>
          </a:stretch>
        </p:blipFill>
        <p:spPr>
          <a:xfrm>
            <a:off x="7134407" y="839641"/>
            <a:ext cx="3545785" cy="589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627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C35B3-CF0F-2A72-3C85-8993D38DC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E1E389-3BF6-800E-0918-029500623EB9}"/>
              </a:ext>
            </a:extLst>
          </p:cNvPr>
          <p:cNvSpPr txBox="1"/>
          <p:nvPr/>
        </p:nvSpPr>
        <p:spPr>
          <a:xfrm>
            <a:off x="0" y="70200"/>
            <a:ext cx="1224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Ads Preview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709B9F-BF71-B738-6157-C845AC3D3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930"/>
            <a:ext cx="965200" cy="8365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FB3AEC-FB95-685C-FDC0-0CDAC92F26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95"/>
          <a:stretch>
            <a:fillRect/>
          </a:stretch>
        </p:blipFill>
        <p:spPr>
          <a:xfrm>
            <a:off x="635000" y="874319"/>
            <a:ext cx="3443224" cy="5872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64D526-20E4-2C5D-886D-4EC41964EE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31"/>
          <a:stretch>
            <a:fillRect/>
          </a:stretch>
        </p:blipFill>
        <p:spPr>
          <a:xfrm>
            <a:off x="4560824" y="792265"/>
            <a:ext cx="3443224" cy="60366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99D65D-1914-6136-AF4A-84A9EF8086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83"/>
          <a:stretch>
            <a:fillRect/>
          </a:stretch>
        </p:blipFill>
        <p:spPr>
          <a:xfrm>
            <a:off x="8220456" y="736267"/>
            <a:ext cx="3588164" cy="605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678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53922-5A95-CA33-7D45-7F87295B7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8F6794-71D4-A774-A4DF-DFD23F19A3BD}"/>
              </a:ext>
            </a:extLst>
          </p:cNvPr>
          <p:cNvSpPr txBox="1"/>
          <p:nvPr/>
        </p:nvSpPr>
        <p:spPr>
          <a:xfrm>
            <a:off x="0" y="363564"/>
            <a:ext cx="1224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Ads Preview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FFDC03-CFFD-D4D1-61A7-A558961F9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06493"/>
            <a:ext cx="965200" cy="8365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38D079-D225-66E9-9166-930C2F67D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78"/>
          <a:stretch>
            <a:fillRect/>
          </a:stretch>
        </p:blipFill>
        <p:spPr>
          <a:xfrm>
            <a:off x="2194560" y="1165055"/>
            <a:ext cx="3017077" cy="54153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67278A-716A-259D-A83A-6DEE7ADFFF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2"/>
          <a:stretch>
            <a:fillRect/>
          </a:stretch>
        </p:blipFill>
        <p:spPr>
          <a:xfrm>
            <a:off x="6980365" y="959269"/>
            <a:ext cx="3120490" cy="544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23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A7A3C-7BC5-29FD-828C-1CB9EDDA0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1FEB63-56BC-D6A1-FAC8-DA9F111F75FB}"/>
              </a:ext>
            </a:extLst>
          </p:cNvPr>
          <p:cNvSpPr txBox="1"/>
          <p:nvPr/>
        </p:nvSpPr>
        <p:spPr>
          <a:xfrm>
            <a:off x="0" y="222600"/>
            <a:ext cx="1224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Google Ads Budget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10B7AC-E8A6-E392-835C-472665E84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4093"/>
            <a:ext cx="965200" cy="8365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FE240E-BB29-460B-DD9C-67CFE7ADB6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94" t="9882" r="18696" b="31518"/>
          <a:stretch>
            <a:fillRect/>
          </a:stretch>
        </p:blipFill>
        <p:spPr>
          <a:xfrm>
            <a:off x="1614105" y="1467611"/>
            <a:ext cx="9157527" cy="451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24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90CC0-922E-4116-C156-F299E791C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1E8824-6BDB-F30C-B933-99EDC96C5F39}"/>
              </a:ext>
            </a:extLst>
          </p:cNvPr>
          <p:cNvSpPr txBox="1"/>
          <p:nvPr/>
        </p:nvSpPr>
        <p:spPr>
          <a:xfrm>
            <a:off x="0" y="222600"/>
            <a:ext cx="1224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Google Ads Campaign Review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7BAFE5-D353-5034-2CEE-1D3E0E420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04893"/>
            <a:ext cx="965200" cy="8365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4F0B48-1AD5-DEEB-8547-EEB187F97D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8" t="10123" r="23774"/>
          <a:stretch>
            <a:fillRect/>
          </a:stretch>
        </p:blipFill>
        <p:spPr>
          <a:xfrm>
            <a:off x="152400" y="1176392"/>
            <a:ext cx="5786145" cy="54767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01EA18-0A51-9B89-CCBF-07C3C5ADB0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94" t="9044" r="22047"/>
          <a:stretch>
            <a:fillRect/>
          </a:stretch>
        </p:blipFill>
        <p:spPr>
          <a:xfrm>
            <a:off x="6253457" y="1041400"/>
            <a:ext cx="5692694" cy="55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9103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E6806-2FD0-9835-D7D6-70CE8B353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720C7B-2EDF-D420-572A-21BFADA5ED36}"/>
              </a:ext>
            </a:extLst>
          </p:cNvPr>
          <p:cNvSpPr txBox="1"/>
          <p:nvPr/>
        </p:nvSpPr>
        <p:spPr>
          <a:xfrm>
            <a:off x="0" y="273400"/>
            <a:ext cx="1224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Google Ads Campaign Review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2B3C85-0685-7189-9B8B-FDBDABB8B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55693"/>
            <a:ext cx="965200" cy="8365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AFC7F1-779C-3E90-F2BB-CFADEC2E9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49" t="12160" r="32323"/>
          <a:stretch>
            <a:fillRect/>
          </a:stretch>
        </p:blipFill>
        <p:spPr>
          <a:xfrm>
            <a:off x="3995928" y="1042841"/>
            <a:ext cx="4251960" cy="553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8856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68798-3553-B856-2CE7-6D1BB625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C4D312-9B90-E09F-1B6F-9FF5BE078074}"/>
              </a:ext>
            </a:extLst>
          </p:cNvPr>
          <p:cNvSpPr txBox="1"/>
          <p:nvPr/>
        </p:nvSpPr>
        <p:spPr>
          <a:xfrm>
            <a:off x="0" y="70200"/>
            <a:ext cx="1224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Campaign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474BE8-BFB1-D0D3-5F66-91F46F9B7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930"/>
            <a:ext cx="965200" cy="8365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2AA1BA-97D9-DE39-59CE-18F81C42FF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7" y="1036048"/>
            <a:ext cx="12179926" cy="564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98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1183A-C2B1-DEAD-7F56-50C90FC0E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0B6319-0518-3BB9-473E-C319B1873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467" y="139721"/>
            <a:ext cx="9299066" cy="657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63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394</Words>
  <Application>Microsoft Office PowerPoint</Application>
  <PresentationFormat>Widescreen</PresentationFormat>
  <Paragraphs>77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Calibri-Bold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sakshikotwani12@gmail.com</dc:creator>
  <cp:lastModifiedBy>sakshikotwani12@gmail.com</cp:lastModifiedBy>
  <cp:revision>2</cp:revision>
  <dcterms:created xsi:type="dcterms:W3CDTF">2026-09-05T18:58:55Z</dcterms:created>
  <dcterms:modified xsi:type="dcterms:W3CDTF">2026-09-21T14:00:42Z</dcterms:modified>
</cp:coreProperties>
</file>